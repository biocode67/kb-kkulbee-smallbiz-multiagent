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생성 · 접근성 — 세 방향의 자유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업종 구성 247차원 코사인 유사도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연남동 ↔ 광안리·서교동·망원동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서면 ↔ 부평역·안양일번가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붙어 있는 동네가 아니라 '성격이 닮은' 동네.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2호점·확장 후보의 출발점. 질의 0.4ms, 외부 의존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민원서 꼴이 됩니다. 없는 날짜·금액은 [빈칸]으로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강제 — LLM이 §를 지어낼 수 없는 구조.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생성문도 가드레일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브라우저 내장 — 다운로드 0바이트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5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말로 묻고(Web Speech) 꿀비가 읽어 줍니다.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지도는 전국에서 그 동네로 날아 들어가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4막 투어(점포→열지도→비교)를 자막·음성으로.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금융 접근성 — 이 대회가 역대로 상을 준 각도.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4063545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지원사업 찜(D-day 모아보기) + 원문 자동 재확인 RPA(마감·서식 변경 감지) · 상담 리포트 인쇄/PDF · 음성으로 묻고 듣기 · 금소법 검사기 직접 시험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