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RPA · 생성 · 접근성 — 자유 기능 여섯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두 동네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A vs B를 같은 자로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"연남동이랑 성수동 비교해줘" 한 마디로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우세 판정 + 요인 6개 승부표 + 생활인구 대조.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후보 둘 사이의 고민을 화면 하나로.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RPA 원문 순찰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색인은 스냅샷, 공고는 살아 움직인다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찜한 공고 전부를 기계가 원문에서 재확인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마감 연장·조기 마감·서식 교체 감지.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신청서식 hwp 즉시 다운로드, 마감은 .ics로.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5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민원서 꼴이 됩니다. 없는 날짜·금액은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[빈칸] 강제 — §를 지어낼 수 없는 구조.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업종 구성 247차원 코사인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연남동 ↔ 광안리·서교동·망원동.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붙어 있는 동네가 아니라 '성격이 닮은' 동네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2호점 후보의 출발점. 질의 0.4ms.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브라우저 내장 · 다운로드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말로 묻고 꿀비가 읽어 줍니다. 지도는 전국에서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그 동네로 날아들어 4막 투어(점포→열지도→비교).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금융 접근성 — 이 대회가 상을 준 각도.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7575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5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계산기 두 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융자의 다음 질문은 '한 달에 얼마?'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5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매칭 공고의 한도·금리가 자동으로 채워지는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상환 시뮬레이터(원리금·원금·만기일시)와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손익분기 계산기. 확약 아님을 화면에 명시.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3678776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43253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두 동네 비교(A vs B 요인 승부표) · 찜 D-day + RPA 원문 순찰 · 마감 캘린더(.ics) · 내 가게 원클릭 브리핑 · 상담 리포트 인쇄 · 음성 대화 · 금소법 검사기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